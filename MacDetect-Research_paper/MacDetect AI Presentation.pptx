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1" r:id="rId9"/>
    <p:sldId id="264" r:id="rId10"/>
    <p:sldId id="265" r:id="rId11"/>
    <p:sldId id="266" r:id="rId12"/>
    <p:sldId id="272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2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87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332FA-FABD-A495-7E5C-3FBC36AF0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F72CB-E8E4-A6A3-8536-5FFE44F79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DA55E9-B0FB-3F7F-F321-6074EABC8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37079-BC89-4ABC-B5CC-EE897BF888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952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87498" y="1405930"/>
            <a:ext cx="37689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MacDetect AI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68562" y="2244130"/>
            <a:ext cx="72068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Machine Learning for Malware Detection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113867" y="2891830"/>
            <a:ext cx="2916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Ofek Bar-Shalom &amp; Nadav Cohen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61701" y="3310930"/>
            <a:ext cx="222059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Attack Detection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29889" y="3524250"/>
            <a:ext cx="348422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 University • Department of Computer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0"/>
            <a:ext cx="7620000" cy="1376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malware detection rates 2x higher than Windows per device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static signatures fail against </a:t>
            </a: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packed &amp; obfuscated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binaries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malware employs </a:t>
            </a: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 &amp; persistence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techniques (rootkits, dynamic payloads)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explainable, scalable ML detection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macOS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MacDetect AI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distributed, asynchronous ML-powered system that separates file ingestion from heavy analysis: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27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Web Server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Accepts file uploads and provides instant feedback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Message Broker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Queues analysis tasks for scalable processing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Pool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Runs ML model on Mach-O binaries in parallel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Real-time metrics and detection results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54461"/>
            <a:ext cx="7924800" cy="80148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55949"/>
            <a:ext cx="7924800" cy="80148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157439"/>
            <a:ext cx="7924800" cy="80148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Design: Microservices Architecture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2000" y="1706861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(Web)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2011661"/>
            <a:ext cx="777240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for file uploads, task tracking, and result retrieval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62000" y="2508349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Broker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2813149"/>
            <a:ext cx="777240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queue for async task distribution and worker coordination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62000" y="3309839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(ML)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3614640"/>
            <a:ext cx="777240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 via LIEF, model inference using Random Forest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78261"/>
            <a:ext cx="7924800" cy="5181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48780"/>
            <a:ext cx="7924800" cy="5181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819302"/>
            <a:ext cx="7924800" cy="5181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489822"/>
            <a:ext cx="7924800" cy="5181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Task Pattern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87400" y="1630661"/>
            <a:ext cx="774649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Upload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User uploads binary via web UI to FastAPI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7400" y="2301180"/>
            <a:ext cx="774649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Queue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Task pushed to Redis job queue with unique task_id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7400" y="2971702"/>
            <a:ext cx="774649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Process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Scalable workers pop tasks, extract features, run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7400" y="3642222"/>
            <a:ext cx="774649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Deliver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Results stored as JSON. user retrieves via API or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Deployment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8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docker-compose.yml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orchestrates the full stack: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696798"/>
            <a:ext cx="7620000" cy="130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Container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FastAPI server on port 8000</a:t>
            </a:r>
            <a:endParaRPr lang="en-US" sz="140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Container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Message broker on port 6379</a:t>
            </a:r>
            <a:endParaRPr lang="en-US" sz="140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Container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Scalable analysis engine (RQ-based)</a:t>
            </a:r>
            <a:endParaRPr lang="en-US" sz="140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volume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Data persistence (temp_uploads/, data/)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50392"/>
            <a:ext cx="2580680" cy="530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81660" y="1550392"/>
            <a:ext cx="2580680" cy="530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53720" y="1550392"/>
            <a:ext cx="2580680" cy="530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2171898"/>
            <a:ext cx="2580680" cy="530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81660" y="2171898"/>
            <a:ext cx="2580680" cy="530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53720" y="2171898"/>
            <a:ext cx="2580680" cy="530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2784475"/>
            <a:ext cx="7924800" cy="55155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 &amp; ML Pipeline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1048705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1,070 malware + 734 benign samples |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97.5% Accuracy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26381" y="1641772"/>
            <a:ext cx="2419969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📦 size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6381" y="1839813"/>
            <a:ext cx="2419969" cy="1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Numeric: Binary file size (bytes)</a:t>
            </a:r>
            <a:endParaRPr kumimoji="0" lang="en-US" sz="8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98441" y="1641772"/>
            <a:ext cx="2419969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📂 n_sections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98441" y="1839813"/>
            <a:ext cx="2419969" cy="1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Numeric: Mach-O section count</a:t>
            </a:r>
            <a:endParaRPr kumimoji="0" lang="en-US" sz="8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70502" y="1641772"/>
            <a:ext cx="2419969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📥 n_imports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70502" y="1839813"/>
            <a:ext cx="2419969" cy="1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Numeric: Imported functions</a:t>
            </a:r>
            <a:endParaRPr kumimoji="0" lang="en-US" sz="8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26381" y="2263278"/>
            <a:ext cx="2419969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⚠️ suspicious_count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26381" y="2461319"/>
            <a:ext cx="2419969" cy="1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Numeric: Suspicious APIs detected</a:t>
            </a:r>
            <a:endParaRPr kumimoji="0" lang="en-US" sz="8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98441" y="2263278"/>
            <a:ext cx="2419969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📤 n_exports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98441" y="2461319"/>
            <a:ext cx="2419969" cy="1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Numeric: Exported functions</a:t>
            </a:r>
            <a:endParaRPr kumimoji="0" lang="en-US" sz="8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70502" y="2263278"/>
            <a:ext cx="2419969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has_sig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70502" y="2461319"/>
            <a:ext cx="2419969" cy="1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Boolean: Signature presence</a:t>
            </a:r>
            <a:endParaRPr kumimoji="0" lang="en-US" sz="8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9214" y="2875855"/>
            <a:ext cx="7870972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FBBF2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🔐 entropy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9214" y="3095327"/>
            <a:ext cx="7870972" cy="1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Numeric: Shannon entropy of binary (packing detection)</a:t>
            </a:r>
            <a:endParaRPr kumimoji="0" lang="en-US" sz="8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51570"/>
            <a:ext cx="3810000" cy="3082330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600" y="1733153"/>
            <a:ext cx="95250" cy="95250"/>
          </a:xfrm>
          <a:prstGeom prst="roundRect">
            <a:avLst>
              <a:gd name="adj" fmla="val 4800000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24400" y="1451570"/>
            <a:ext cx="3810000" cy="308233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78400" y="1733153"/>
            <a:ext cx="95250" cy="95250"/>
          </a:xfrm>
          <a:prstGeom prst="roundRect">
            <a:avLst>
              <a:gd name="adj" fmla="val 4800000"/>
            </a:avLst>
          </a:prstGeom>
          <a:solidFill>
            <a:srgbClr val="10B981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53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Machine Learning: Random Forest Classifier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3150" y="1680170"/>
            <a:ext cx="1767007" cy="20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20" b="1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Why Random Forest?</a:t>
            </a:r>
            <a:endParaRPr kumimoji="0" lang="en-US" sz="1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30300" y="2064246"/>
            <a:ext cx="3060700" cy="1053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166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Handles feature interaction well</a:t>
            </a:r>
            <a:endParaRPr kumimoji="0" lang="en-US" sz="11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66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Robust to obfuscated samples</a:t>
            </a:r>
            <a:endParaRPr kumimoji="0" lang="en-US" sz="11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66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ranking</a:t>
            </a:r>
            <a:endParaRPr kumimoji="0" lang="en-US" sz="11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87951" y="1680170"/>
            <a:ext cx="1748588" cy="20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20" b="1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Metrics:</a:t>
            </a:r>
            <a:endParaRPr kumimoji="0" lang="en-US" sz="1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45101" y="2064246"/>
            <a:ext cx="3060700" cy="1053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166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4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Accuracy: 97.5%+</a:t>
            </a:r>
            <a:endParaRPr kumimoji="0" lang="en-US" sz="11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66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4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Precision: High</a:t>
            </a:r>
            <a:endParaRPr kumimoji="0" lang="en-US" sz="11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66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4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Recall: Balanced</a:t>
            </a:r>
            <a:endParaRPr kumimoji="0" lang="en-US" sz="11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Evaluation: Confusion Matrix</a:t>
            </a:r>
            <a:endParaRPr 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4E3BE4-9392-E56D-8207-EF7403409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898" y="1281952"/>
            <a:ext cx="4280203" cy="35668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67780"/>
            <a:ext cx="7924800" cy="49143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--build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2929733"/>
            <a:ext cx="7924800" cy="49143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3939285"/>
            <a:ext cx="7924800" cy="49143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--scale worker=3 -d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Docker Demo: Getting Started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249663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Launch the Stack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411611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Access Web UI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573563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Scale Workers (Optional)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Features &amp; Live Interface</a:t>
            </a:r>
            <a:endParaRPr lang="en-US" sz="2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A1E1C60-9744-795B-1365-D2324201E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619" y="1084729"/>
            <a:ext cx="3906762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0AC6DF-F8DE-87CA-D9F4-12F513573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AAB1009D-BF0A-5136-1289-E0245788B78D}"/>
              </a:ext>
            </a:extLst>
          </p:cNvPr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Features &amp; Live Interface</a:t>
            </a:r>
            <a:endParaRPr 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7854D1-17DC-69C8-6E85-CA329A109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684" y="1224789"/>
            <a:ext cx="4732632" cy="384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197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9353" y="1710733"/>
            <a:ext cx="256519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002037" y="2790873"/>
            <a:ext cx="31398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MacDetect AI: Distributed ML for Malware Detection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51367" y="2977504"/>
            <a:ext cx="20412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Ofek Bar-Shalom &amp; Nadav Cohen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481</Words>
  <Application>Microsoft Office PowerPoint</Application>
  <PresentationFormat>On-screen Show (16:9)</PresentationFormat>
  <Paragraphs>85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אופק בר שלום</cp:lastModifiedBy>
  <cp:revision>2</cp:revision>
  <dcterms:created xsi:type="dcterms:W3CDTF">2025-12-24T12:42:42Z</dcterms:created>
  <dcterms:modified xsi:type="dcterms:W3CDTF">2025-12-27T09:33:42Z</dcterms:modified>
</cp:coreProperties>
</file>