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2" y="1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29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906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Radcom Traffic Classification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33679" y="2914650"/>
            <a:ext cx="42766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ML-Powered Encrypted Network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31981" y="3539430"/>
            <a:ext cx="288003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Ofek Bar Shalom• Nadav Cohen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69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Applications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classify from encrypted traffic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Attribution Types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(data transmission methods)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Network Features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relying on IPs/Ports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Handle high-volume hexabyte traffic efficiently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258689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 &amp; Preprocessing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261"/>
            <a:ext cx="75780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6300" y="2087861"/>
            <a:ext cx="757809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&amp; Statistical Patterns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914400" y="2660749"/>
            <a:ext cx="7620000" cy="126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IPs, Ports, Timestamps (prevent overfitting)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Protocol field (TCP=6, UDP=17)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Missing values with zero-fill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94238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20641"/>
            <a:ext cx="7924800" cy="94238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1620"/>
            <a:ext cx="7924800" cy="94238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501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for file upload &amp; results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64924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23481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with OpenAPI docs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3820220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94462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 async queue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Algorithms Evaluated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438847"/>
            <a:ext cx="7778496" cy="237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Failed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due to the Curse of Dimensionality; "distance" becomes noise in 100+ features.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Struggled because 5 samples on average per app aren't enough to draw a clear mathematical "margin.“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cs typeface="Arial" pitchFamily="34" charset="-120"/>
              </a:rPr>
              <a:t>LightGBM:</a:t>
            </a:r>
            <a:r>
              <a:rPr lang="en-US" sz="1400" dirty="0"/>
              <a:t>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Designed for Big Data, it became unstable with only 640 training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ensemble model?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69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Performance: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 with </a:t>
            </a:r>
            <a:r>
              <a:rPr lang="en-US" sz="1400" dirty="0"/>
              <a:t>optimized speed by averaging tree predictions.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111 features and 128+ classes efficiently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Ensemble averaging prevents overfitting; random splits reduce variance.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Native multi-core support (</a:t>
            </a:r>
            <a:r>
              <a:rPr lang="en-US" sz="135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n_jobs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=-1)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15292"/>
            <a:ext cx="7924800" cy="1662655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483"/>
            <a:ext cx="7924800" cy="1718367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Configuration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252916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Classifier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7176" y="1621389"/>
            <a:ext cx="7239000" cy="138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Ensemble Models: Random Forest &amp; Extra Trees &amp;</a:t>
            </a:r>
            <a:r>
              <a:rPr lang="he-IL" sz="114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14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XGBoost</a:t>
            </a:r>
            <a:r>
              <a:rPr lang="he-IL" sz="114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14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estimators in all the models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depth: 25,25,10 respectively.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classes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199819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Classifier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7176" y="3552630"/>
            <a:ext cx="7239000" cy="138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estimators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approach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classes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1153" y="1483515"/>
            <a:ext cx="2801757" cy="202823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71092" y="1483515"/>
            <a:ext cx="2909866" cy="202823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 Accuracy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38812" y="1788315"/>
            <a:ext cx="2034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Classification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38812" y="2138756"/>
            <a:ext cx="203418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49.53%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5229858" y="1788314"/>
            <a:ext cx="277225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Classification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29858" y="2138755"/>
            <a:ext cx="277225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530352" y="5839520"/>
            <a:ext cx="8083296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test set without labels during training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790700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70158" y="2567880"/>
            <a:ext cx="32035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Radcom Traffic Classification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35815" y="3139380"/>
            <a:ext cx="267237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• Scalable • Production-Ready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294</Words>
  <Application>Microsoft Office PowerPoint</Application>
  <PresentationFormat>On-screen Show (16:9)</PresentationFormat>
  <Paragraphs>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אופק בר שלום</cp:lastModifiedBy>
  <cp:revision>6</cp:revision>
  <dcterms:created xsi:type="dcterms:W3CDTF">2025-12-27T06:59:41Z</dcterms:created>
  <dcterms:modified xsi:type="dcterms:W3CDTF">2025-12-28T18:55:22Z</dcterms:modified>
</cp:coreProperties>
</file>